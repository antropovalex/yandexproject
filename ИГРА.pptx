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2" d="100"/>
          <a:sy n="112" d="100"/>
        </p:scale>
        <p:origin x="-1548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010400" y="152399"/>
            <a:ext cx="1981200" cy="65562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2400" y="153923"/>
            <a:ext cx="6705600" cy="6553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10400" y="2052960"/>
            <a:ext cx="1981200" cy="1828800"/>
          </a:xfrm>
        </p:spPr>
        <p:txBody>
          <a:bodyPr anchor="ctr">
            <a:normAutofit/>
          </a:bodyPr>
          <a:lstStyle>
            <a:lvl1pPr marL="0" indent="0" algn="l">
              <a:buNone/>
              <a:defRPr sz="19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07.02.2025</a:t>
            </a:fld>
            <a:endParaRPr lang="ru-R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ru-RU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457200" y="2052960"/>
            <a:ext cx="6324600" cy="1828800"/>
          </a:xfrm>
        </p:spPr>
        <p:txBody>
          <a:bodyPr/>
          <a:lstStyle>
            <a:lvl1pPr algn="r">
              <a:defRPr sz="4200" spc="15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07.02.2025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010400" y="152399"/>
            <a:ext cx="1981200" cy="65562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2400" y="153923"/>
            <a:ext cx="6705600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62799" y="2892277"/>
            <a:ext cx="1600201" cy="1645920"/>
          </a:xfrm>
        </p:spPr>
        <p:txBody>
          <a:bodyPr anchor="ctr"/>
          <a:lstStyle>
            <a:lvl1pPr marL="0" indent="0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07.02.2025</a:t>
            </a:fld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381000" y="2892277"/>
            <a:ext cx="6324600" cy="1645920"/>
          </a:xfrm>
        </p:spPr>
        <p:txBody>
          <a:bodyPr/>
          <a:lstStyle>
            <a:lvl1pPr algn="r">
              <a:defRPr sz="4200" spc="15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072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072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07.02.2025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22438"/>
            <a:ext cx="4040188" cy="639762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399"/>
            <a:ext cx="4040188" cy="3687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722438"/>
            <a:ext cx="4041775" cy="639762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38399"/>
            <a:ext cx="4041775" cy="3687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07.02.2025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07.02.2025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2400" y="150919"/>
            <a:ext cx="8831802" cy="65562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07.02.2025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010400" y="150876"/>
            <a:ext cx="1981200" cy="65562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ectangle 8"/>
          <p:cNvSpPr/>
          <p:nvPr/>
        </p:nvSpPr>
        <p:spPr>
          <a:xfrm>
            <a:off x="152400" y="152400"/>
            <a:ext cx="6705600" cy="6553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04800"/>
            <a:ext cx="58674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59752" y="2130552"/>
            <a:ext cx="1673352" cy="2816352"/>
          </a:xfrm>
        </p:spPr>
        <p:txBody>
          <a:bodyPr tIns="0"/>
          <a:lstStyle>
            <a:lvl1pPr marL="0" indent="0"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07.02.2025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7159752" y="457200"/>
            <a:ext cx="1675660" cy="1673352"/>
          </a:xfrm>
        </p:spPr>
        <p:txBody>
          <a:bodyPr anchor="b"/>
          <a:lstStyle>
            <a:lvl1pPr algn="l">
              <a:defRPr sz="2000" spc="15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ectangle 8"/>
          <p:cNvSpPr/>
          <p:nvPr/>
        </p:nvSpPr>
        <p:spPr>
          <a:xfrm>
            <a:off x="7010400" y="150876"/>
            <a:ext cx="1981200" cy="65562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2400" y="152400"/>
            <a:ext cx="6705600" cy="6553200"/>
          </a:xfrm>
        </p:spPr>
        <p:txBody>
          <a:bodyPr anchor="ctr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2800" y="2133600"/>
            <a:ext cx="1676400" cy="2971800"/>
          </a:xfrm>
        </p:spPr>
        <p:txBody>
          <a:bodyPr tIns="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07.02.2025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162800" y="460248"/>
            <a:ext cx="1676400" cy="1673352"/>
          </a:xfrm>
        </p:spPr>
        <p:txBody>
          <a:bodyPr anchor="b"/>
          <a:lstStyle>
            <a:lvl1pPr algn="l">
              <a:defRPr sz="2000" spc="150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07.02.2025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52400" y="147319"/>
            <a:ext cx="6705600" cy="65562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010400" y="147319"/>
            <a:ext cx="1956046" cy="65562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62800" y="274638"/>
            <a:ext cx="1676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07.02.2025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2400" y="1634971"/>
            <a:ext cx="8831802" cy="504547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2399" y="152400"/>
            <a:ext cx="8814047" cy="13464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55847"/>
            <a:ext cx="8381260" cy="10543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719071"/>
            <a:ext cx="8407893" cy="4407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0888" y="6356350"/>
            <a:ext cx="2133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07.02.2025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48000" y="6356350"/>
            <a:ext cx="33528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34680" y="6355080"/>
            <a:ext cx="582966" cy="274320"/>
          </a:xfrm>
          <a:prstGeom prst="rect">
            <a:avLst/>
          </a:prstGeom>
          <a:ln w="19050">
            <a:noFill/>
          </a:ln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200" kern="1200" cap="all" spc="200" baseline="0">
          <a:ln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"/>
        <a:defRPr sz="2000" kern="1200" spc="150" baseline="0">
          <a:solidFill>
            <a:schemeClr val="tx2"/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buClr>
          <a:schemeClr val="accent2"/>
        </a:buClr>
        <a:buFont typeface="Wingdings" pitchFamily="2" charset="2"/>
        <a:buChar char="§"/>
        <a:defRPr sz="1800" kern="1200" spc="100" baseline="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buClr>
          <a:schemeClr val="accent3"/>
        </a:buClr>
        <a:buFont typeface="Wingdings" pitchFamily="2" charset="2"/>
        <a:buChar char="§"/>
        <a:defRPr sz="1600" kern="1200" spc="100" baseline="0">
          <a:solidFill>
            <a:schemeClr val="tx2"/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buClr>
          <a:schemeClr val="accent4"/>
        </a:buClr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spcBef>
          <a:spcPct val="20000"/>
        </a:spcBef>
        <a:buClr>
          <a:schemeClr val="accent6"/>
        </a:buClr>
        <a:buFont typeface="Wingdings" pitchFamily="2" charset="2"/>
        <a:buChar char="§"/>
        <a:defRPr sz="1300" kern="1200" spc="100" baseline="0">
          <a:solidFill>
            <a:schemeClr val="tx2"/>
          </a:solidFill>
          <a:latin typeface="+mn-lt"/>
          <a:ea typeface="+mn-ea"/>
          <a:cs typeface="+mn-cs"/>
        </a:defRPr>
      </a:lvl5pPr>
      <a:lvl6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1828800" indent="-182880" algn="l" defTabSz="914400" rtl="0" eaLnBrk="1" latinLnBrk="0" hangingPunct="1">
        <a:spcBef>
          <a:spcPct val="20000"/>
        </a:spcBef>
        <a:buClr>
          <a:schemeClr val="accent2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5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95536" y="2852936"/>
            <a:ext cx="2736304" cy="2664296"/>
          </a:xfrm>
        </p:spPr>
        <p:txBody>
          <a:bodyPr>
            <a:normAutofit/>
          </a:bodyPr>
          <a:lstStyle/>
          <a:p>
            <a:r>
              <a:rPr lang="ru-RU" sz="3200" dirty="0"/>
              <a:t>Антропов А. Демидов А Никулин А.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836712"/>
            <a:ext cx="6840760" cy="2016224"/>
          </a:xfrm>
        </p:spPr>
        <p:txBody>
          <a:bodyPr/>
          <a:lstStyle/>
          <a:p>
            <a:pPr algn="l"/>
            <a:r>
              <a:rPr lang="ru-RU" sz="5400" b="1" dirty="0"/>
              <a:t>Игра </a:t>
            </a:r>
            <a:r>
              <a:rPr lang="en-US" sz="5400" b="1" dirty="0"/>
              <a:t>Roguelike</a:t>
            </a:r>
            <a:endParaRPr lang="ru-RU" sz="5400" dirty="0"/>
          </a:p>
        </p:txBody>
      </p:sp>
    </p:spTree>
    <p:extLst>
      <p:ext uri="{BB962C8B-B14F-4D97-AF65-F5344CB8AC3E}">
        <p14:creationId xmlns:p14="http://schemas.microsoft.com/office/powerpoint/2010/main" val="1195951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0999" y="1719071"/>
            <a:ext cx="8407893" cy="2430009"/>
          </a:xfrm>
        </p:spPr>
        <p:txBody>
          <a:bodyPr>
            <a:noAutofit/>
          </a:bodyPr>
          <a:lstStyle/>
          <a:p>
            <a:pPr marL="45720" indent="0">
              <a:buNone/>
            </a:pPr>
            <a:r>
              <a:rPr lang="ru-RU" sz="2800" b="1" dirty="0" err="1" smtClean="0"/>
              <a:t>Геймплей</a:t>
            </a:r>
            <a:r>
              <a:rPr lang="ru-RU" sz="2800" b="1" dirty="0" smtClean="0"/>
              <a:t> </a:t>
            </a:r>
            <a:r>
              <a:rPr lang="ru-RU" sz="2800" dirty="0" err="1"/>
              <a:t>сотоит</a:t>
            </a:r>
            <a:r>
              <a:rPr lang="ru-RU" sz="2800" dirty="0"/>
              <a:t> из случайно </a:t>
            </a:r>
            <a:r>
              <a:rPr lang="ru-RU" sz="2800" b="1" dirty="0"/>
              <a:t>сгенерированных уровней</a:t>
            </a:r>
            <a:r>
              <a:rPr lang="ru-RU" sz="2800" dirty="0"/>
              <a:t>, что делает каждую игру уникальной и требует адаптации. </a:t>
            </a:r>
            <a:r>
              <a:rPr lang="ru-RU" sz="2800" b="1" dirty="0"/>
              <a:t>Боевая система </a:t>
            </a:r>
            <a:r>
              <a:rPr lang="ru-RU" sz="2800" dirty="0"/>
              <a:t>насыщенная, с использованием разнообразного оружия, что требует </a:t>
            </a:r>
            <a:r>
              <a:rPr lang="ru-RU" sz="2800" b="1" dirty="0"/>
              <a:t>быстрой реакции и стратегического мышления</a:t>
            </a:r>
            <a:r>
              <a:rPr lang="ru-RU" sz="2800" dirty="0"/>
              <a:t>. </a:t>
            </a:r>
            <a:r>
              <a:rPr lang="ru-RU" sz="2400" dirty="0"/>
              <a:t/>
            </a:r>
            <a:br>
              <a:rPr lang="ru-RU" sz="2400" dirty="0"/>
            </a:br>
            <a:endParaRPr lang="ru-RU" sz="240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5400" b="1" dirty="0"/>
              <a:t>Идея проекта</a:t>
            </a:r>
            <a:endParaRPr lang="ru-RU" sz="54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228184" y="4474353"/>
            <a:ext cx="259228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Управление</a:t>
            </a:r>
            <a:r>
              <a:rPr lang="ru-RU" b="1" dirty="0"/>
              <a:t>:</a:t>
            </a:r>
            <a:r>
              <a:rPr lang="ru-RU" dirty="0"/>
              <a:t> Перемещение с помощью клавиатуры, инвентарь и меню, случайные события.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395536" y="4469839"/>
            <a:ext cx="302433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Графика:</a:t>
            </a:r>
            <a:r>
              <a:rPr lang="ru-RU" sz="2000" dirty="0"/>
              <a:t> Пиксель-арт, яркие цвета, четкие анимации, динамичные эффекты.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3419872" y="4474353"/>
            <a:ext cx="2736304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Прогресс:</a:t>
            </a:r>
            <a:r>
              <a:rPr lang="ru-RU" sz="2000" dirty="0"/>
              <a:t> Улучшения для персонажей и оружия, разнообразие предметов, система достижений.</a:t>
            </a:r>
          </a:p>
        </p:txBody>
      </p:sp>
    </p:spTree>
    <p:extLst>
      <p:ext uri="{BB962C8B-B14F-4D97-AF65-F5344CB8AC3E}">
        <p14:creationId xmlns:p14="http://schemas.microsoft.com/office/powerpoint/2010/main" val="3238095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85470" y="1920941"/>
            <a:ext cx="4142514" cy="4407408"/>
          </a:xfrm>
        </p:spPr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lang="ru-RU" sz="2800" b="1" dirty="0" smtClean="0"/>
              <a:t>Классы</a:t>
            </a:r>
            <a:r>
              <a:rPr lang="ru-RU" sz="2800" b="1" dirty="0"/>
              <a:t>:</a:t>
            </a:r>
            <a:r>
              <a:rPr lang="ru-RU" sz="2800" dirty="0"/>
              <a:t> </a:t>
            </a:r>
            <a:r>
              <a:rPr lang="en-US" sz="2800" b="1" dirty="0"/>
              <a:t>Player</a:t>
            </a:r>
            <a:r>
              <a:rPr lang="en-US" sz="2800" dirty="0"/>
              <a:t>(</a:t>
            </a:r>
            <a:r>
              <a:rPr lang="ru-RU" sz="2800" dirty="0"/>
              <a:t>класс игрока)</a:t>
            </a:r>
            <a:br>
              <a:rPr lang="ru-RU" sz="2800" dirty="0"/>
            </a:br>
            <a:r>
              <a:rPr lang="en-US" sz="2800" b="1" dirty="0"/>
              <a:t>Bullet</a:t>
            </a:r>
            <a:r>
              <a:rPr lang="en-US" sz="2800" dirty="0"/>
              <a:t>(</a:t>
            </a:r>
            <a:r>
              <a:rPr lang="ru-RU" sz="2800" dirty="0"/>
              <a:t>класс пули</a:t>
            </a:r>
            <a:r>
              <a:rPr lang="ru-RU" sz="2800" dirty="0" smtClean="0"/>
              <a:t>)</a:t>
            </a:r>
          </a:p>
          <a:p>
            <a:pPr marL="45720" indent="0">
              <a:buNone/>
            </a:pPr>
            <a:r>
              <a:rPr lang="en-US" sz="2800" b="1" dirty="0" smtClean="0"/>
              <a:t>Enemy</a:t>
            </a:r>
            <a:r>
              <a:rPr lang="en-US" sz="2800" dirty="0" smtClean="0"/>
              <a:t>(</a:t>
            </a:r>
            <a:r>
              <a:rPr lang="ru-RU" sz="2800" dirty="0"/>
              <a:t>класс врага</a:t>
            </a:r>
            <a:r>
              <a:rPr lang="ru-RU" sz="2800" dirty="0" smtClean="0"/>
              <a:t>)</a:t>
            </a:r>
          </a:p>
          <a:p>
            <a:pPr marL="45720" indent="0">
              <a:buNone/>
            </a:pPr>
            <a:r>
              <a:rPr lang="en-US" sz="2800" b="1" dirty="0" smtClean="0"/>
              <a:t>Boss</a:t>
            </a:r>
            <a:r>
              <a:rPr lang="en-US" sz="2800" dirty="0" smtClean="0"/>
              <a:t>(</a:t>
            </a:r>
            <a:r>
              <a:rPr lang="ru-RU" sz="2800" dirty="0"/>
              <a:t>класс босса</a:t>
            </a:r>
            <a:r>
              <a:rPr lang="ru-RU" sz="2800" dirty="0" smtClean="0"/>
              <a:t>)</a:t>
            </a:r>
          </a:p>
          <a:p>
            <a:pPr marL="45720" indent="0">
              <a:buNone/>
            </a:pPr>
            <a:r>
              <a:rPr lang="en-US" sz="2800" b="1" dirty="0" err="1" smtClean="0"/>
              <a:t>MiniMap</a:t>
            </a:r>
            <a:r>
              <a:rPr lang="en-US" sz="2800" dirty="0" smtClean="0"/>
              <a:t>(</a:t>
            </a:r>
            <a:r>
              <a:rPr lang="ru-RU" sz="2800" dirty="0"/>
              <a:t>класс карты</a:t>
            </a:r>
            <a:r>
              <a:rPr lang="ru-RU" sz="2800" dirty="0" smtClean="0"/>
              <a:t>)</a:t>
            </a:r>
          </a:p>
          <a:p>
            <a:pPr marL="45720" indent="0">
              <a:buNone/>
            </a:pPr>
            <a:r>
              <a:rPr lang="en-US" sz="2800" b="1" dirty="0" err="1" smtClean="0"/>
              <a:t>MiniInventory</a:t>
            </a:r>
            <a:r>
              <a:rPr lang="en-US" sz="2800" dirty="0" smtClean="0"/>
              <a:t>(</a:t>
            </a:r>
            <a:r>
              <a:rPr lang="ru-RU" sz="2800" dirty="0"/>
              <a:t>класс инвентаря</a:t>
            </a:r>
            <a:r>
              <a:rPr lang="ru-RU" sz="2800" dirty="0" smtClean="0"/>
              <a:t>)</a:t>
            </a:r>
          </a:p>
          <a:p>
            <a:pPr marL="45720" indent="0">
              <a:buNone/>
            </a:pPr>
            <a:r>
              <a:rPr lang="en-US" sz="2800" b="1" dirty="0" smtClean="0"/>
              <a:t>Trap</a:t>
            </a:r>
            <a:r>
              <a:rPr lang="en-US" sz="2800" dirty="0" smtClean="0"/>
              <a:t>(</a:t>
            </a:r>
            <a:r>
              <a:rPr lang="ru-RU" sz="2800" dirty="0"/>
              <a:t>класс ловушки)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355847"/>
            <a:ext cx="8582748" cy="1054394"/>
          </a:xfrm>
        </p:spPr>
        <p:txBody>
          <a:bodyPr/>
          <a:lstStyle/>
          <a:p>
            <a:r>
              <a:rPr lang="ru-RU" sz="5400" b="1" dirty="0"/>
              <a:t>Описание реализации</a:t>
            </a:r>
            <a:endParaRPr lang="ru-RU" sz="54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427984" y="4077072"/>
            <a:ext cx="439248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/>
              <a:t>Технологии:</a:t>
            </a:r>
            <a:r>
              <a:rPr lang="ru-RU" sz="2800" dirty="0"/>
              <a:t> </a:t>
            </a:r>
            <a:r>
              <a:rPr lang="en-US" sz="2800" dirty="0"/>
              <a:t>Python(3.9) </a:t>
            </a:r>
            <a:r>
              <a:rPr lang="ru-RU" sz="2800" dirty="0"/>
              <a:t>Классы, циклы и другие базовые элементы - для реализации основной логики программы.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4427984" y="2047363"/>
            <a:ext cx="439248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Библиотеки</a:t>
            </a:r>
            <a:r>
              <a:rPr lang="en-US" sz="2800" dirty="0" smtClean="0"/>
              <a:t>:</a:t>
            </a:r>
            <a:endParaRPr lang="ru-RU" sz="2800" dirty="0" smtClean="0"/>
          </a:p>
          <a:p>
            <a:r>
              <a:rPr lang="en-US" sz="2800" dirty="0" err="1"/>
              <a:t>p</a:t>
            </a:r>
            <a:r>
              <a:rPr lang="en-US" sz="2800" dirty="0" err="1" smtClean="0"/>
              <a:t>ygame</a:t>
            </a:r>
            <a:r>
              <a:rPr lang="en-US" sz="2800" dirty="0" smtClean="0"/>
              <a:t>(2.6.1</a:t>
            </a:r>
            <a:r>
              <a:rPr lang="ru-RU" sz="2800" dirty="0" smtClean="0"/>
              <a:t>)</a:t>
            </a:r>
          </a:p>
          <a:p>
            <a:r>
              <a:rPr lang="ru-RU" sz="2800" dirty="0" smtClean="0"/>
              <a:t>И встроенные</a:t>
            </a:r>
            <a:r>
              <a:rPr lang="en-US" sz="2800" dirty="0" smtClean="0"/>
              <a:t>:</a:t>
            </a:r>
            <a:endParaRPr lang="ru-RU" sz="2800" dirty="0" smtClean="0"/>
          </a:p>
          <a:p>
            <a:r>
              <a:rPr lang="en-US" sz="2800" dirty="0"/>
              <a:t>r</a:t>
            </a:r>
            <a:r>
              <a:rPr lang="en-US" sz="2800" dirty="0" smtClean="0"/>
              <a:t>andom, sys, math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827321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60070" indent="-514350">
              <a:buFont typeface="+mj-lt"/>
              <a:buAutoNum type="romanUcPeriod"/>
            </a:pPr>
            <a:r>
              <a:rPr lang="ru-RU" sz="2800" dirty="0" smtClean="0"/>
              <a:t>Добавить </a:t>
            </a:r>
            <a:r>
              <a:rPr lang="ru-RU" sz="2800" dirty="0"/>
              <a:t>других персонажей </a:t>
            </a:r>
            <a:endParaRPr lang="en-US" sz="2800" dirty="0" smtClean="0"/>
          </a:p>
          <a:p>
            <a:pPr marL="560070" indent="-514350">
              <a:buFont typeface="+mj-lt"/>
              <a:buAutoNum type="romanUcPeriod"/>
            </a:pPr>
            <a:r>
              <a:rPr lang="ru-RU" sz="2800" dirty="0" smtClean="0"/>
              <a:t>Улучшить </a:t>
            </a:r>
            <a:r>
              <a:rPr lang="ru-RU" sz="2800" dirty="0"/>
              <a:t>оптимизацию </a:t>
            </a:r>
            <a:endParaRPr lang="en-US" sz="2800" dirty="0" smtClean="0"/>
          </a:p>
          <a:p>
            <a:pPr marL="560070" indent="-514350">
              <a:buFont typeface="+mj-lt"/>
              <a:buAutoNum type="romanUcPeriod"/>
            </a:pPr>
            <a:r>
              <a:rPr lang="ru-RU" sz="2800" dirty="0" smtClean="0"/>
              <a:t>Увеличить </a:t>
            </a:r>
            <a:r>
              <a:rPr lang="ru-RU" sz="2800" dirty="0"/>
              <a:t>разнообразие оружия и </a:t>
            </a:r>
            <a:r>
              <a:rPr lang="ru-RU" sz="2800" dirty="0" smtClean="0"/>
              <a:t>персонажей</a:t>
            </a:r>
            <a:endParaRPr lang="en-US" sz="2800" dirty="0" smtClean="0"/>
          </a:p>
          <a:p>
            <a:pPr marL="560070" indent="-514350">
              <a:buFont typeface="+mj-lt"/>
              <a:buAutoNum type="romanUcPeriod"/>
            </a:pPr>
            <a:r>
              <a:rPr lang="ru-RU" sz="2800" dirty="0" smtClean="0"/>
              <a:t>Улучшение генерация уровней</a:t>
            </a:r>
          </a:p>
          <a:p>
            <a:pPr marL="560070" indent="-514350">
              <a:buFont typeface="+mj-lt"/>
              <a:buAutoNum type="romanUcPeriod"/>
            </a:pPr>
            <a:r>
              <a:rPr lang="ru-RU" sz="2800" dirty="0" smtClean="0"/>
              <a:t>Балансировка оружия</a:t>
            </a:r>
          </a:p>
          <a:p>
            <a:pPr marL="560070" indent="-514350">
              <a:buFont typeface="+mj-lt"/>
              <a:buAutoNum type="romanUcPeriod"/>
            </a:pPr>
            <a:r>
              <a:rPr lang="ru-RU" sz="2800" dirty="0" smtClean="0"/>
              <a:t>Добавление новых уровней</a:t>
            </a:r>
          </a:p>
          <a:p>
            <a:pPr marL="560070" indent="-514350">
              <a:buFont typeface="+mj-lt"/>
              <a:buAutoNum type="romanUcPeriod"/>
            </a:pPr>
            <a:r>
              <a:rPr lang="ru-RU" sz="2800" dirty="0"/>
              <a:t>Усовершенствование системы </a:t>
            </a:r>
            <a:r>
              <a:rPr lang="ru-RU" sz="2800" dirty="0" smtClean="0"/>
              <a:t>прогресса</a:t>
            </a:r>
            <a:endParaRPr lang="ru-RU" sz="2800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5400" b="1" dirty="0"/>
              <a:t>Заключение</a:t>
            </a:r>
            <a:endParaRPr lang="ru-RU" sz="5400" dirty="0"/>
          </a:p>
        </p:txBody>
      </p:sp>
    </p:spTree>
    <p:extLst>
      <p:ext uri="{BB962C8B-B14F-4D97-AF65-F5344CB8AC3E}">
        <p14:creationId xmlns:p14="http://schemas.microsoft.com/office/powerpoint/2010/main" val="8554388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етка">
  <a:themeElements>
    <a:clrScheme name="Сетка">
      <a:dk1>
        <a:sysClr val="windowText" lastClr="000000"/>
      </a:dk1>
      <a:lt1>
        <a:sysClr val="window" lastClr="FFFFFF"/>
      </a:lt1>
      <a:dk2>
        <a:srgbClr val="534949"/>
      </a:dk2>
      <a:lt2>
        <a:srgbClr val="CCD1B9"/>
      </a:lt2>
      <a:accent1>
        <a:srgbClr val="C66951"/>
      </a:accent1>
      <a:accent2>
        <a:srgbClr val="BF974D"/>
      </a:accent2>
      <a:accent3>
        <a:srgbClr val="928B70"/>
      </a:accent3>
      <a:accent4>
        <a:srgbClr val="87706B"/>
      </a:accent4>
      <a:accent5>
        <a:srgbClr val="94734E"/>
      </a:accent5>
      <a:accent6>
        <a:srgbClr val="6F777D"/>
      </a:accent6>
      <a:hlink>
        <a:srgbClr val="CC9900"/>
      </a:hlink>
      <a:folHlink>
        <a:srgbClr val="C0C0C0"/>
      </a:folHlink>
    </a:clrScheme>
    <a:fontScheme name="Сетка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inorFont>
    </a:fontScheme>
    <a:fmtScheme name="Сетка">
      <a:fillStyleLst>
        <a:solidFill>
          <a:schemeClr val="phClr"/>
        </a:solidFill>
        <a:solidFill>
          <a:schemeClr val="phClr">
            <a:tint val="5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175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3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3000"/>
                <a:satMod val="11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Grid</Template>
  <TotalTime>1363</TotalTime>
  <Words>146</Words>
  <Application>Microsoft Office PowerPoint</Application>
  <PresentationFormat>Экран (4:3)</PresentationFormat>
  <Paragraphs>27</Paragraphs>
  <Slides>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5" baseType="lpstr">
      <vt:lpstr>Сетка</vt:lpstr>
      <vt:lpstr>Игра Roguelike</vt:lpstr>
      <vt:lpstr>Идея проекта</vt:lpstr>
      <vt:lpstr>Описание реализации</vt:lpstr>
      <vt:lpstr>Заключение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Антропов Евгений Владимирович</dc:creator>
  <cp:lastModifiedBy>Пользователь Windows</cp:lastModifiedBy>
  <cp:revision>7</cp:revision>
  <dcterms:created xsi:type="dcterms:W3CDTF">2025-02-04T18:29:23Z</dcterms:created>
  <dcterms:modified xsi:type="dcterms:W3CDTF">2025-02-07T17:46:07Z</dcterms:modified>
</cp:coreProperties>
</file>